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1B3A5C">
              <a:alpha val="70000"/>
            </a:srgbClr>
          </a:solidFill>
          <a:ln w="1905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HomeLab Network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d'Administration Système et Réseaux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d'une infrastructure réseau d'entreprise complète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E6FB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06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pfSense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12848" y="420624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E6FB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4206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Debian Linux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77056" y="420624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E6FB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4206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 Server 2022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41264" y="420624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E6FB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4206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Active Directory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05472" y="420624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E6FB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4206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VMware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Bachelier IT — Année académique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05156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Securite reseau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WAN / LAN / DMZ avec firewall pfSense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64008" cy="105156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 Administration Linux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72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Debian avec Apache2, SSH durci et fail2ban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31720"/>
            <a:ext cx="64008" cy="105156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 Administration Windows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807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Directory, DHCP, GPO sur Windows Server 2022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31720"/>
            <a:ext cx="64008" cy="105156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Infrastructure virtuelle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807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 complet sous VMware Workstation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64008" cy="105156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0416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de l'infrastructure avec Zabbix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64008" cy="105156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Documentation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0416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complet, scripts et captures sur GitHub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 Reseau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00584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 w="12700">
            <a:solidFill>
              <a:srgbClr val="8B9B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BB4"/>
                </a:solidFill>
              </a:rPr>
              <a:t>INTERNET (WAN)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0" cy="36576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920240"/>
            <a:ext cx="4023360" cy="777240"/>
          </a:xfrm>
          <a:prstGeom prst="rect">
            <a:avLst/>
          </a:prstGeom>
          <a:solidFill>
            <a:srgbClr val="1E6FBF"/>
          </a:solidFill>
          <a:ln w="254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9202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pfSense 2.7.2 — Firewall / NAT / ACL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697480"/>
            <a:ext cx="-1645920" cy="5486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697480"/>
            <a:ext cx="0" cy="5486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697480"/>
            <a:ext cx="1645920" cy="5486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3246120"/>
            <a:ext cx="2651760" cy="1554480"/>
          </a:xfrm>
          <a:prstGeom prst="rect">
            <a:avLst/>
          </a:prstGeom>
          <a:solidFill>
            <a:srgbClr val="1A0A0A"/>
          </a:solidFill>
          <a:ln w="19050">
            <a:solidFill>
              <a:srgbClr val="FF4D6D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6D"/>
                </a:solidFill>
              </a:rPr>
              <a:t>DMZ — 10.0.2.0/24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36118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13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: 10.0.2.10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 / SSH :2222 / fail2ban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3246120"/>
            <a:ext cx="2651760" cy="1554480"/>
          </a:xfrm>
          <a:prstGeom prst="rect">
            <a:avLst/>
          </a:prstGeom>
          <a:solidFill>
            <a:srgbClr val="0A1A0A"/>
          </a:solidFill>
          <a:ln w="19050">
            <a:solidFill>
              <a:srgbClr val="00C896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LAN — 10.0.1.0/24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6118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: 10.0.1.10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DS / DNS / DHCP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3246120"/>
            <a:ext cx="2651760" cy="1554480"/>
          </a:xfrm>
          <a:prstGeom prst="rect">
            <a:avLst/>
          </a:prstGeom>
          <a:solidFill>
            <a:srgbClr val="0A0A1A"/>
          </a:solidFill>
          <a:ln w="19050">
            <a:solidFill>
              <a:srgbClr val="FF9A3C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A3C"/>
                </a:solidFill>
              </a:rPr>
              <a:t>Admin — 10.0.1.0/24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6118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: 10.0.1.20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/ Grafana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Stack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77724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Hyperviseur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Workstation 17.5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77724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399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CE 2.7.2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11680"/>
            <a:ext cx="64008" cy="77724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Linux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359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13 (Trixie)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011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011680"/>
            <a:ext cx="64008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Windows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359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71800"/>
            <a:ext cx="64008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Web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319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 2.4.x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71800"/>
            <a:ext cx="64008" cy="777240"/>
          </a:xfrm>
          <a:prstGeom prst="rect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SSH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319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1.1.x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931920"/>
            <a:ext cx="64008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279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DS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39319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931920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279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 2 — Firewall pfSense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840480" cy="2286000"/>
          </a:xfrm>
          <a:prstGeom prst="rect">
            <a:avLst/>
          </a:prstGeom>
          <a:solidFill>
            <a:srgbClr val="111D2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Interfaces configurees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61188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WAN (em0)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192.168.217.136/24  —  Internet via NAT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361188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05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LAN (em1)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10.0.1.1/24  —  Gateway reseau interne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361188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249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DMZ (em2)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9443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10.0.2.1/24  —  Gateway zone DMZ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4297680" cy="2286000"/>
          </a:xfrm>
          <a:prstGeom prst="rect">
            <a:avLst/>
          </a:prstGeom>
          <a:solidFill>
            <a:srgbClr val="111D2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Regles Firewall DMZ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4114800" cy="640080"/>
          </a:xfrm>
          <a:prstGeom prst="rect">
            <a:avLst/>
          </a:prstGeom>
          <a:solidFill>
            <a:srgbClr val="2A0A0A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</a:rPr>
              <a:t>BLOCK  |  DMZ net -&gt; LAN net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8562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Isolation totale DMZ vers reseau interne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240280"/>
            <a:ext cx="4114800" cy="640080"/>
          </a:xfrm>
          <a:prstGeom prst="rect">
            <a:avLst/>
          </a:prstGeom>
          <a:solidFill>
            <a:srgbClr val="0A2A0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677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PASS  |  DMZ net -&gt; Any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5877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Acces internet autorise depuis la DMZ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8595360" cy="1417320"/>
          </a:xfrm>
          <a:prstGeom prst="rect">
            <a:avLst/>
          </a:prstGeom>
          <a:solidFill>
            <a:srgbClr val="0A1A2E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493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Principe de securite applique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8587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DMZ peut acceder a internet mais jamais au LAN interne. En cas de compromission du serveur web, le reseau interne reste protege. C'est le principe de la zone demilitarisee utilise dans les entreprises.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 3 — Serveur Debian DMZ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Apache2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BB4"/>
                </a:solidFill>
              </a:rPr>
              <a:t>Serveur Web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2286000" cy="0"/>
          </a:xfrm>
          <a:prstGeom prst="line">
            <a:avLst/>
          </a:prstGeom>
          <a:noFill/>
          <a:ln w="12700">
            <a:solidFill>
              <a:srgbClr val="DC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IP : 10.0.2.10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Port HTTP : 80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Page web accessible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Active au demarrage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SSH Durci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BB4"/>
                </a:solidFill>
              </a:rPr>
              <a:t>Acces securise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1828800"/>
            <a:ext cx="2286000" cy="0"/>
          </a:xfrm>
          <a:prstGeom prst="line">
            <a:avLst/>
          </a:prstGeom>
          <a:noFill/>
          <a:ln w="12700">
            <a:solidFill>
              <a:srgbClr val="DC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Port : 2222 (non-standard)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Root login desactive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Max 3 tentatives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User : adminlab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fail2ban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BB4"/>
                </a:solidFill>
              </a:rPr>
              <a:t>Protection brute force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1828800"/>
            <a:ext cx="2286000" cy="0"/>
          </a:xfrm>
          <a:prstGeom prst="line">
            <a:avLst/>
          </a:prstGeom>
          <a:noFill/>
          <a:ln w="12700">
            <a:solidFill>
              <a:srgbClr val="DC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Surveille SSH en temps reel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Ban apres 3 echecs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Duree ban : 1 heure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Fenetre : 10 minutes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4 — Windows Server 2022 &amp; Active Directory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840480" cy="1554480"/>
          </a:xfrm>
          <a:prstGeom prst="rect">
            <a:avLst/>
          </a:prstGeom>
          <a:solidFill>
            <a:srgbClr val="111D2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Configuration reseau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  IP : 10.0.1.10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  Masque : 255.255.255.0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  Gateway : 10.0.1.1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  DNS : 10.0.1.10 (lui-meme)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297680" cy="1554480"/>
          </a:xfrm>
          <a:prstGeom prst="rect">
            <a:avLst/>
          </a:prstGeom>
          <a:solidFill>
            <a:srgbClr val="111D2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Domaine Active Directory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4630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  Domaine : homelab.local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737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  NetBIOS : HOMELAB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011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  Controleur : WinServer.homelab.local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286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  DNS integre : 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8595360" cy="2194560"/>
          </a:xfrm>
          <a:prstGeom prst="rect">
            <a:avLst/>
          </a:prstGeom>
          <a:solidFill>
            <a:srgbClr val="111D2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Structure Organisationnelle (OU)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1B3A5C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00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homelab.local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3703320"/>
            <a:ext cx="0" cy="274320"/>
          </a:xfrm>
          <a:prstGeom prst="line">
            <a:avLst/>
          </a:prstGeom>
          <a:noFill/>
          <a:ln w="12700">
            <a:solidFill>
              <a:srgbClr val="8B9B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3977640"/>
            <a:ext cx="2286000" cy="0"/>
          </a:xfrm>
          <a:prstGeom prst="line">
            <a:avLst/>
          </a:prstGeom>
          <a:noFill/>
          <a:ln w="12700">
            <a:solidFill>
              <a:srgbClr val="8B9B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3977640"/>
            <a:ext cx="0" cy="-274320"/>
          </a:xfrm>
          <a:prstGeom prst="line">
            <a:avLst/>
          </a:prstGeom>
          <a:noFill/>
          <a:ln w="12700">
            <a:solidFill>
              <a:srgbClr val="8B9B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370332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703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OU=Utilisateurs_Homelab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23360" y="4160520"/>
            <a:ext cx="0" cy="320040"/>
          </a:xfrm>
          <a:prstGeom prst="line">
            <a:avLst/>
          </a:prstGeom>
          <a:noFill/>
          <a:ln w="12700">
            <a:solidFill>
              <a:srgbClr val="8B9B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4480560"/>
            <a:ext cx="2560320" cy="0"/>
          </a:xfrm>
          <a:prstGeom prst="line">
            <a:avLst/>
          </a:prstGeom>
          <a:noFill/>
          <a:ln w="12700">
            <a:solidFill>
              <a:srgbClr val="8B9B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25196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0A1A2E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</a:rPr>
              <a:t>alice.dupont@homelab.local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425196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0A1A2E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</a:rPr>
              <a:t>bob.martin@homelab.local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Competences Demontrees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Segmentation reseau WAN/LAN/DMZ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Regles ACL et NAT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Isolation des zones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Protection brute force (fail2ban)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4114800" cy="45720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51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Linux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Admin Debian Server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88366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Apache2 &amp; HTTP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21284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SSH durci (port custom, no-root)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54203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Gestion utilisateurs Linux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17520"/>
            <a:ext cx="411480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Windows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5204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Windows Server 2022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84962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Active Directory 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17880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OU &amp; utilisateurs 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50799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PowerShell Administration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17520"/>
            <a:ext cx="4114800" cy="4572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Reseaux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5204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Plan d'adressage IP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84962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Routage inter-VLAN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17880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pfSense firewall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50799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VMware networking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2FF"/>
                </a:solidFill>
              </a:rPr>
              <a:t>HomeLab Network — Projet Bachelor 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508760" cy="1005840"/>
          </a:xfrm>
          <a:prstGeom prst="rect">
            <a:avLst/>
          </a:prstGeom>
          <a:solidFill>
            <a:srgbClr val="111D2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4231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pfSense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</a:rPr>
              <a:t>Operationnel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21408" y="2377440"/>
            <a:ext cx="1508760" cy="1005840"/>
          </a:xfrm>
          <a:prstGeom prst="rect">
            <a:avLst/>
          </a:prstGeom>
          <a:solidFill>
            <a:srgbClr val="111D2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21408" y="24231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Debian DMZ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21408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</a:rPr>
              <a:t>Operationnel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85616" y="2377440"/>
            <a:ext cx="1508760" cy="1005840"/>
          </a:xfrm>
          <a:prstGeom prst="rect">
            <a:avLst/>
          </a:prstGeom>
          <a:solidFill>
            <a:srgbClr val="111D2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85616" y="24231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Windows Server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85616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</a:rPr>
              <a:t>Operationnel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9824" y="2377440"/>
            <a:ext cx="1508760" cy="1005840"/>
          </a:xfrm>
          <a:prstGeom prst="rect">
            <a:avLst/>
          </a:prstGeom>
          <a:solidFill>
            <a:srgbClr val="111D2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9824" y="24231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Active Directory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9824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</a:rPr>
              <a:t>Configure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14032" y="2377440"/>
            <a:ext cx="1508760" cy="1005840"/>
          </a:xfrm>
          <a:prstGeom prst="rect">
            <a:avLst/>
          </a:prstGeom>
          <a:solidFill>
            <a:srgbClr val="111D2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14032" y="24231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14032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A3C"/>
                </a:solidFill>
              </a:rPr>
              <a:t>En cours...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github.com/[ton-username]/homelab-network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Bachelier IT — Administration Systeme et Reseaux — 2025-2026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HomeLab Network</dc:title>
  <dc:subject>PptxGenJS Presentation</dc:subject>
  <dc:creator>PptxGenJS</dc:creator>
  <cp:lastModifiedBy>PptxGenJS</cp:lastModifiedBy>
  <cp:revision>1</cp:revision>
  <dcterms:created xsi:type="dcterms:W3CDTF">2026-04-25T19:27:14Z</dcterms:created>
  <dcterms:modified xsi:type="dcterms:W3CDTF">2026-04-25T19:27:14Z</dcterms:modified>
</cp:coreProperties>
</file>